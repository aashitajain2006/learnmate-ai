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LEARNMATE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96012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0">
                <a:solidFill>
                  <a:srgbClr val="8FE3C1"/>
                </a:solidFill>
                <a:latin typeface="Aptos"/>
              </a:defRPr>
            </a:pPr>
            <a:r>
              <a:t>A Personalized Learning Assistant for Inclusive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9601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0">
                <a:solidFill>
                  <a:srgbClr val="E2EAF9"/>
                </a:solidFill>
                <a:latin typeface="Aptos"/>
              </a:defRPr>
            </a:pPr>
            <a:r>
              <a:t>IBM SkillsBuild · Machine Learning &amp; Applied AI Internship</a:t>
            </a:r>
          </a:p>
          <a:p>
            <a:pPr>
              <a:defRPr sz="1700" b="0">
                <a:solidFill>
                  <a:srgbClr val="E2EAF9"/>
                </a:solidFill>
                <a:latin typeface="Aptos"/>
              </a:defRPr>
            </a:pPr>
            <a:r>
              <a:t>SDG 4: Quality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E2EAF9"/>
                </a:solidFill>
                <a:latin typeface="Aptos"/>
              </a:defRPr>
            </a:pPr>
            <a:r>
              <a:t>Prepared by: [Your Full Name]  |  [Your College]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64B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5B6C84"/>
                </a:solidFill>
                <a:latin typeface="Aptos"/>
              </a:defRPr>
            </a:pPr>
            <a:r>
              <a:t>Why personalized support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Learners have different levels of prior knowledge and confidence.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Generic resources may not provide enough guided practice or clear next steps.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Language and access barriers can make independent study harder.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B6C84"/>
                </a:solidFill>
                <a:latin typeface="Aptos"/>
              </a:defRPr>
            </a:pPr>
            <a:r>
              <a:t>LEARNMATE AI  •  IBM SkillsBuild project concept  •  SDG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64B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5B6C84"/>
                </a:solidFill>
                <a:latin typeface="Aptos"/>
              </a:defRPr>
            </a:pPr>
            <a:r>
              <a:t>Simple, self-paced, mobile-friendly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LearnMate AI guides a learner through a short study session: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1. Choose topic, grade/level, confidence, and language.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2. Receive a short explanation prompt, practice questions, and a hint.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3. Follow a 15-minute study plan and reflect on learning.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The current prototype uses transparent rule-based demo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B6C84"/>
                </a:solidFill>
                <a:latin typeface="Aptos"/>
              </a:defRPr>
            </a:pPr>
            <a:r>
              <a:t>LEARNMATE AI  •  IBM SkillsBuild project concept  •  SDG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64B"/>
                </a:solidFill>
                <a:latin typeface="Aptos"/>
              </a:defRPr>
            </a:pPr>
            <a:r>
              <a:t>Alignment with SDG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5B6C84"/>
                </a:solidFill>
                <a:latin typeface="Aptos"/>
              </a:defRPr>
            </a:pPr>
            <a:r>
              <a:t>Project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SDG 4 aims to ensure inclusive and equitable quality education and promote lifelong learning.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LearnMate AI contributes as a concept by focusing on: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Personalized practice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Accessible and plain-language explanations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Potential regional-language support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Self-paced learning outside classroom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B6C84"/>
                </a:solidFill>
                <a:latin typeface="Aptos"/>
              </a:defRPr>
            </a:pPr>
            <a:r>
              <a:t>LEARNMATE AI  •  IBM SkillsBuild project concept  •  SDG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64B"/>
                </a:solidFill>
                <a:latin typeface="Aptos"/>
              </a:defRPr>
            </a:pPr>
            <a:r>
              <a:t>Target Users &amp;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5B6C84"/>
                </a:solidFill>
                <a:latin typeface="Aptos"/>
              </a:defRPr>
            </a:pPr>
            <a:r>
              <a:t>Designed for a classroom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PRIMARY USERS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Middle- and secondary-school learners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Students who want extra revision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SUPPORTING STAKEHOLDERS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Teachers and parents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Community learning centers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USER JOURNEY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Select topic → choose level → practice → reflect → ask a teacher if unsure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B6C84"/>
                </a:solidFill>
                <a:latin typeface="Aptos"/>
              </a:defRPr>
            </a:pPr>
            <a:r>
              <a:t>LEARNMATE AI  •  IBM SkillsBuild project concept  •  SDG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64B"/>
                </a:solidFill>
                <a:latin typeface="Aptos"/>
              </a:defRPr>
            </a:pPr>
            <a:r>
              <a:t>Prototype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5B6C84"/>
                </a:solidFill>
                <a:latin typeface="Aptos"/>
              </a:defRPr>
            </a:pPr>
            <a:r>
              <a:t>What the prototype demonstrates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Topic and level selection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Confidence-aware scaffolding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Sample practice questions and hints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15-minute study plan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Responsive browser interface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No login or personal-data storage in this demo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Technology: HTML + CSS + JavaScript; rule-based sample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B6C84"/>
                </a:solidFill>
                <a:latin typeface="Aptos"/>
              </a:defRPr>
            </a:pPr>
            <a:r>
              <a:t>LEARNMATE AI  •  IBM SkillsBuild project concept  •  SDG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64B"/>
                </a:solidFill>
                <a:latin typeface="Aptos"/>
              </a:defRPr>
            </a:pPr>
            <a:r>
              <a:t>Lean Canvas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5B6C84"/>
                </a:solidFill>
                <a:latin typeface="Aptos"/>
              </a:defRPr>
            </a:pPr>
            <a:r>
              <a:t>Early assumptions—not validated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PROBLEM: one-size-fits-all materials; insufficient guided practice.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VALUE: simple study companion adapting the learning flow to topic, level, and confidence.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CHANNELS: school/college demos, teacher networks, learning clubs.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METRICS: session completion, perceived clarity, question completion, teacher review.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SUSTAINABILITY: explore education/NGO partnerships or institution licensing after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B6C84"/>
                </a:solidFill>
                <a:latin typeface="Aptos"/>
              </a:defRPr>
            </a:pPr>
            <a:r>
              <a:t>LEARNMATE AI  •  IBM SkillsBuild project concept  •  SDG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64B"/>
                </a:solidFill>
                <a:latin typeface="Aptos"/>
              </a:defRPr>
            </a:pPr>
            <a:r>
              <a:t>Evaluation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5B6C84"/>
                </a:solidFill>
                <a:latin typeface="Aptos"/>
              </a:defRPr>
            </a:pPr>
            <a:r>
              <a:t>How we will test 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1. Ask 5–10 volunteer learners to try the demo.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2. Observe whether they can create a session without help.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3. Collect short feedback on clarity, usefulness, and accessibility.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4. Ask a teacher to review the questions and explanations.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5. Improve content before any wider deployment.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Success measures: usability feedback and completion rates—not unverified learning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B6C84"/>
                </a:solidFill>
                <a:latin typeface="Aptos"/>
              </a:defRPr>
            </a:pPr>
            <a:r>
              <a:t>LEARNMATE AI  •  IBM SkillsBuild project concept  •  SDG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64B"/>
                </a:solidFill>
                <a:latin typeface="Aptos"/>
              </a:defRPr>
            </a:pPr>
            <a:r>
              <a:t>Responsible AI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5B6C84"/>
                </a:solidFill>
                <a:latin typeface="Aptos"/>
              </a:defRPr>
            </a:pPr>
            <a:r>
              <a:t>Transparent and safe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This is a prototype, not a deployed AI model.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Sample outputs may be incomplete; verify with teachers and trusted sources.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Do not enter personal or sensitive information.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Do not use for high-stakes grading or diagnosis.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A future AI version needs curated sources, safeguards, privacy review, and accuracy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B6C84"/>
                </a:solidFill>
                <a:latin typeface="Aptos"/>
              </a:defRPr>
            </a:pPr>
            <a:r>
              <a:t>LEARNMATE AI  •  IBM SkillsBuild project concept  •  SDG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64B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5B6C84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Add teacher-reviewed content for more subjects.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Improve Hindi and other regional-language support.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Add accessibility features and offline-friendly resources.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Explore a teacher dashboard with consent-based progress data.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• If integrating an AI model, ground answers in vetted content and evaluate regularly.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B6C84"/>
                </a:solidFill>
                <a:latin typeface="Aptos"/>
              </a:defRPr>
            </a:pPr>
            <a:r>
              <a:t>LEARNMATE AI  •  IBM SkillsBuild project concept  •  SDG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56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000" b="1">
                <a:solidFill>
                  <a:srgbClr val="15264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5B6C8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LearnMate AI demonstrates a practical way to structure personalized, self-paced learning support. It aligns with SDG 4 through a focus on access, practice, and learner confidence.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The next step is user testing and teacher review before making any claims about effectiveness.</a:t>
            </a: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</a:p>
          <a:p>
            <a:pPr>
              <a:defRPr sz="2000" b="0">
                <a:solidFill>
                  <a:srgbClr val="1D2940"/>
                </a:solidFill>
                <a:latin typeface="Aptos"/>
              </a:defRPr>
            </a:pPr>
            <a:r>
              <a:t>Demo: open index.html in a web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0">
                <a:solidFill>
                  <a:srgbClr val="5B6C84"/>
                </a:solidFill>
                <a:latin typeface="Aptos"/>
              </a:defRPr>
            </a:pPr>
            <a:r>
              <a:t>LEARNMATE AI  •  IBM SkillsBuild project concept  •  SDG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